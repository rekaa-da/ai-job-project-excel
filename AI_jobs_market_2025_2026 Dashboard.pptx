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13376-0BED-EC4E-110D-021471FF3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F13E5F-3AF4-D53B-A15A-569DA6D1E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DDCCD-03E5-44D0-5FEA-659117186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367A-9642-4759-B187-66F831D0B2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E5944-3195-30C3-B92B-C1BD0DB3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B3134-0870-371E-787A-30485253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59BA-3311-4AC4-8A97-5CB2A4922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783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A74BD-CBD1-2565-7EE0-7818EA475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2335C-CF3B-6E1C-B9DE-63D9A8A37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98F2D-AF86-FF8E-0644-CE17D62A5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367A-9642-4759-B187-66F831D0B2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BC144-D485-DD04-5E6D-3B6A7E771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3F966-B3B7-0E50-F24A-A7DF30E53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59BA-3311-4AC4-8A97-5CB2A4922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3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BFD6-16A0-E90E-EBDA-1932F60F8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289BB-404D-7EA8-0971-3AFFD351C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7D7C7-A5F0-663C-5A1D-39CBE329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367A-9642-4759-B187-66F831D0B2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561B6-1404-6EBA-FB08-4C79F5D99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8FED5-1D96-D6C9-1131-829DC2B8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59BA-3311-4AC4-8A97-5CB2A4922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21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079A6-03CD-9594-F085-6FE20253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00D89-D6DF-150F-30D8-798200661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67293-A577-8DD0-A6B5-52165B5F0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A3FF-80C2-E368-338A-62CD9B4AE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367A-9642-4759-B187-66F831D0B2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77C9B-8C75-26CD-74B9-456F0EE7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D3CE-4285-2089-314F-E5039AC0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59BA-3311-4AC4-8A97-5CB2A4922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93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FE8C-5BE3-70FC-E7A7-70DD119C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EBBEC-9080-CFCE-BCD2-FD68F491F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2AC69-6530-8307-81E0-FD93C82ED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AF3D16-EC5E-7084-8050-AC18E4CFE9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91403-7DB6-65BD-D33E-B61FF352B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8CC31-164E-B855-0473-7B9CC704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367A-9642-4759-B187-66F831D0B2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BB655-47C6-A145-B837-DF35A8B8C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AF17C9-21FB-0F2D-958F-4DD05277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59BA-3311-4AC4-8A97-5CB2A4922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6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34DD-7CBF-E28D-52B7-135A8C193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591B7E-9FF2-855F-E996-1950D83A8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367A-9642-4759-B187-66F831D0B2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7EC76-88FB-5C2E-9013-2B4079043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3C85F-2CA4-D5F6-089A-B3B1D5AE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59BA-3311-4AC4-8A97-5CB2A4922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4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0AC57F-2F44-49CB-9477-703ED6A3D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367A-9642-4759-B187-66F831D0B2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8A0DF6-E287-E4B7-8520-AF28740D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12DCD-0806-DD40-229F-87AE902F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59BA-3311-4AC4-8A97-5CB2A4922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09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72620-6116-7196-DB96-238E460D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7BF6B-D45F-DBB3-E7A8-8995FEE1B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86344-D4C8-90C4-8423-0FA056D0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2E4ED-984B-294C-AC73-413BEDDC6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367A-9642-4759-B187-66F831D0B2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2EAFF-AA55-7E7B-CE40-3BCB75B35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9404D-0783-8B92-0889-857ED3A8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59BA-3311-4AC4-8A97-5CB2A4922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89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195D-67F7-C647-4093-E3808AA0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9A3AB-1321-0785-2DA0-C96364D64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FA97B-E098-9EB4-AE5F-A83F5CEDE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E33C1-10AA-55EB-E82F-D7F384B4A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367A-9642-4759-B187-66F831D0B2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8C946-3351-96E5-A22C-96B783470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65573-6B42-7A81-B842-EA069A17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59BA-3311-4AC4-8A97-5CB2A4922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27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09C03-BAF8-1EF1-5938-3689A428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45E7A-2786-5CA1-8C07-58CDB6E4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827E5-57CC-7068-8466-4399344A0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367A-9642-4759-B187-66F831D0B2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736F8-0E5C-AB62-5380-7183B409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3C740-C739-6A47-78A1-977D951A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59BA-3311-4AC4-8A97-5CB2A4922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883039-A76E-5512-341E-FDEAFFEE5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24FF9-7E9C-0582-3C28-3304F8882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9689B-D410-135C-040D-BFD671D1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367A-9642-4759-B187-66F831D0B2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26616-BFBE-BBD6-1D16-F5C52A4B5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1ADD7-B169-D3E6-E16E-CF8706DA6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259BA-3311-4AC4-8A97-5CB2A4922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9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F7738-6B4B-AE65-EF41-B51E3EDB9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08A8-38DA-9373-521A-4720ED062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6A0D6-2054-7A44-A92C-5599EAAD9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2367A-9642-4759-B187-66F831D0B2B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5CDF1-3BCC-4705-2D45-30669054F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43943-27E1-7985-002D-6F0073FEF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259BA-3311-4AC4-8A97-5CB2A4922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0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11D6-8D05-4D58-F9AD-E1EFA87B65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B48B8-60CE-EA9E-308F-6D13A6AC7E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30F11D-022A-AF28-B8C9-2513DE0B6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076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selvarajrekaa@gmail.com</dc:creator>
  <cp:lastModifiedBy>selvarajrekaa@gmail.com</cp:lastModifiedBy>
  <cp:revision>1</cp:revision>
  <dcterms:created xsi:type="dcterms:W3CDTF">2026-04-16T17:43:15Z</dcterms:created>
  <dcterms:modified xsi:type="dcterms:W3CDTF">2026-04-16T17:43:45Z</dcterms:modified>
</cp:coreProperties>
</file>